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A86B-1094-0EDF-952E-3C5A76E1E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F50D6-480F-845D-583F-FEBD28493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1564E-EED2-6CA2-DC31-01969CF6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C0D8-1F3C-AF47-8DD8-96032E2D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11B7B-2B90-A899-2CFF-B2B37738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7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1EB6-F594-501A-11B7-B22FD7D4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A0F39-9C6E-96FE-F9A7-EBF7F4424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A76F1-9194-7F86-C881-DD50328C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6190-EE3E-A313-E14F-740B7E38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99FF0-3CC1-39EC-320E-27F01998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2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200E-53E7-DDAD-8A80-63B6F805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5792-EF17-7335-FE1C-7C32A967D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AF82C-8B9E-1E13-3602-E18A054E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855D-78BB-8FEB-E536-85E71AE0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F3245-0CAF-AC71-DD37-D1B28E58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2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DF04-3812-174D-A819-81142F46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8C831-0BD1-7B24-F283-A66D08C5F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51D4A-5887-9475-6EB1-434802567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1BDC8-EBA3-9CF3-D701-0D30B92B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4EB9D-C5C1-C17E-DB3D-A2969FEF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8DF7F-F4F6-93AC-D1A0-A75136D74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8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0065-774A-1087-8E58-FD8021B2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5CCF3-7121-056E-948D-6AF9BC58D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1A05D-567B-68CE-C2C1-E388A9CBE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DE662-9ECE-E398-C94A-C6881612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FF5CF-ECF8-8518-395C-99C630AA4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5F7AC-EBFF-04C6-6E0F-65EEE9C4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90626-E62A-A821-D281-F11D1BE9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62E5B-0618-3837-29E0-96025ECF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5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DD22-BFC7-AA72-F4FD-8598C035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EF3C16-3F43-E0B0-44C7-B370BA04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0FF68-41E3-2DB6-2A3E-D30EE848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564F2-FD3B-A4E8-DC57-140D63FE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0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4F32D-633F-25B1-8C96-115BE968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3ADAF-6DC6-40B6-5826-0579FFE9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22113-3542-D0DF-CC56-AA7ADFA7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7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7DCB-E4C5-266A-5E0D-55943C8F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7F880-7333-A1C3-6503-29430AC6C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B6CC5-2355-1D96-4B06-F3CB65BC5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FDA14-7A5C-7FC2-085D-0C6EA4F9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47675-71C8-2DC7-6745-C88F95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847E8-FDA4-AEDE-295E-D931608B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12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5D25-64AB-89B2-B803-7EF98816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71E56F-759B-78B7-F3ED-8DCD10D22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F3CC3-78AA-0F9E-DB3D-422C17DA5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C96FA-B142-0E8A-E988-1D41925D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853DE-DE8D-2CAD-7E17-D88543F0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AAF91-D424-487D-A19F-B36E03D6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0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34C0-1F42-6424-A440-965F4C88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B2425-4051-1101-281E-49BD533F8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E4F8D-365C-A0F6-EBB3-AE6D1699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FA47-194B-672D-76AD-D2DCB24D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2C0A-BA8D-0A51-CED8-A3BF983A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6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64153-7386-2341-B68B-B959D1111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A254-0FA0-39FC-A42C-79EE9413B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ADC3-0E85-F131-E943-D16F7CCC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14F14-3B9F-3F63-2414-ECD67E00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9A3EB-0363-3DB5-2BA7-8311DB3D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1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44BA5F-F484-5AAC-7790-01528A40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4D5D6-6D2E-30DE-D74E-D46363596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B35E-9D13-D551-AF12-D0B2CEDC7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491EC-9DA1-497D-A4B6-A34B61FA9CA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CD949-6A48-49FE-EB1E-92009D6DF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37141-9C81-D195-A4E1-94BDE94E7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5C163-A0E8-4AA2-A8C8-54D2023BF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0E24-2584-C45B-780A-C820D1711F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Travelling Salesman Exact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60D07-558A-EC9E-B43A-83AEA96AD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Mateo and Stephen</a:t>
            </a:r>
          </a:p>
        </p:txBody>
      </p:sp>
    </p:spTree>
    <p:extLst>
      <p:ext uri="{BB962C8B-B14F-4D97-AF65-F5344CB8AC3E}">
        <p14:creationId xmlns:p14="http://schemas.microsoft.com/office/powerpoint/2010/main" val="3281000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23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Travelling Salesman Exact Solution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Ruhlen, Stephen Paul - ruhlensp</dc:creator>
  <cp:lastModifiedBy>Ruhlen, Stephen Paul - ruhlensp</cp:lastModifiedBy>
  <cp:revision>4</cp:revision>
  <dcterms:created xsi:type="dcterms:W3CDTF">2024-11-20T15:31:32Z</dcterms:created>
  <dcterms:modified xsi:type="dcterms:W3CDTF">2024-11-20T15:36:20Z</dcterms:modified>
</cp:coreProperties>
</file>